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3D 프린터 PHM 이상탐지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출력 중 센서 데이터로 불량을 실시간 탐지</a:t>
            </a:r>
          </a:p>
          <a:p>
            <a:r>
              <a:t>기계공학과 캡스톤디자인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문제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출력 종료 후에야 불량 확인</a:t>
            </a:r>
          </a:p>
          <a:p>
            <a:r>
              <a:t>재료·시간 낭비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결과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F1-score 0.71 → 0.86</a:t>
            </a:r>
          </a:p>
          <a:p>
            <a:r>
              <a:t>추론 지연 평균 42ms</a:t>
            </a:r>
          </a:p>
          <a:p>
            <a:r>
              <a:t>불량 발견 출력 중 3분 이내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한계와 향후 과제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 소재, 0.4mm 노즐 한 가지 조건에서만 검증</a:t>
            </a:r>
          </a:p>
          <a:p>
            <a:r>
              <a:t>다양한 소재로 확장 필요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